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914400"/>
            <a:ext cx="2926080" cy="365760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/>
                </a:solidFill>
              </a:rPr>
              <a:t>MERN STACK ACADEMIC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Tracking, Defaulter Analytics &amp; Reporting System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0A5FA"/>
                </a:solidFill>
              </a:rPr>
              <a:t>PROJECT TEAM MEMBERS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Aarav Sharma (21CS101) -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Ananya Iyer (21CS102) -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Rohan Verma (21CS103) -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Sneha Patel (21CS104) - Computer Science &amp; Engineering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329184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INSTITUTIONAL SUPERVISION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840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Guide: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Rajesh Sen, Associate Professor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Institution: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&amp;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Institute of Technology / Engineering College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 2025 - 2026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Motivation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1B1B"/>
                </a:solidFill>
              </a:rPr>
              <a:t>CHALLENGES OF CONVENTIONAL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Paper Register Vulnerability: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Subject to loss, damage, and unauthorized tampering.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Proxy Attendance: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High rate of proxy marking in crowded lecture halls.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Delayed Computation: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Percentages calculated only at month-end; leaves students unaware of deficit.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Administrative Fatigue: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Faculties spend 10-15 minutes per lecture doing manual roll calls.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MANDATE &amp; REGULATORY CONTEXT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Mandatory 75% University Rule: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Statutory AICTE/University norm requires minimum 75% attendance for semester exam eligibility.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Real-Time Awareness Deficit: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Students frequently debarred without prior warning.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Need for Modern Full-Stack Solution: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Demonstrating MERN stack capabilities to deliver instantaneous audit trails and recovery predictions.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 &amp; Core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</a:rPr>
              <a:t>MERN Stack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Built using React 19, Express.js REST APIs, Node.js runtime, and MongoDB document database.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</a:rPr>
              <a:t>Multi-Mode Attendance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Instant batch mark (All Present/Absent), sequential roll call with shortcuts, and 6-digit PIN check-in.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FEE2E2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</a:rPr>
              <a:t>Defaulter Prediction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4572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Calculates shortage gap and exact number of consecutive classes needed to recover to 75%.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1148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1D95"/>
                </a:solidFill>
              </a:rPr>
              <a:t>Automated Reports &amp; Export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457200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Download CSV registers, IEEE formatted documentation, and dispatch parent SMS/Email warnings.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 Full-Stack 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08760" y="182880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MongoDB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Database Layer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7490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Document collection store with compound indexing (date + subject + student) ensuring zero duplicate marks.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1828800"/>
            <a:ext cx="914400" cy="9144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576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Express.js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576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Backend Framework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7490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REST API routing, batch payload processing, mathematical defaulter aggregation, and HTTP status codes.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828800"/>
            <a:ext cx="914400" cy="9144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9951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React 19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Frontend Client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7490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Responsive Single Page App, role switcher (Faculty/Admin/Student), interactive roll call, and print engine.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961120" y="1463040"/>
            <a:ext cx="2468880" cy="45720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38360" y="182880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738360" y="18288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44000" y="2926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Node.js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44000" y="32918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Runtime Engine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00" y="3749040"/>
            <a:ext cx="2103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Asynchronous V8 event loop executing server controllers, calculations, and static asset delivery.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Defaulter Detection &amp; Recovery Algorithm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515600" cy="2011680"/>
          </a:xfrm>
          <a:prstGeom prst="round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5448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</a:rPr>
              <a:t>MATHEMATICAL RECOVERY EQUATION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ceil( (T * Total - Attended) / (1 - T) 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Where: T = Target Attendance Threshold (0.75), Total = Total Classes Held, Attended = Classes Present, X = Consecutive Classes Needed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EF2F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1B1B"/>
                </a:solidFill>
              </a:rPr>
              <a:t>Real-World Case Example: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Total classes conducted: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Classes attended: 10 (Current = 50%)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Target required: 75% (T = 0.75)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Calculation: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X = ceil( (0.75 * 20 - 10) / (1 - 0.75)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X = ceil( (15 - 10) / 0.25 ) = ceil( 5 / 0.25 ) = 20 classes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Result: Student must attend next 20 consecutive classes without absence.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365760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6534"/>
                </a:solidFill>
              </a:rPr>
              <a:t>Computational Complexity: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42062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Per-Student Calculation: O(1) closed-form constant time.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Full Cohort Aggregation: O(N) where N is student count.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Database Query: O(1) index lookup on (date, subjectId, studentId).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Aggregation Pipeline: Streamed in memory using MongoDB $group &amp; $project operators.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Guarantees real-time recalculation upon every attendance mark.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Architecture &amp; Mongoose Modeling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students Collection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_id: ObjectId (Primary Key)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rollNo: String (Unique, Indexed)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name: String (Trimmed)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email: String (Unique)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department: String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semester: Number (1-8)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guardianPhone: String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subjects Collection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_id: ObjectId (Primary Key)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code: String (e.g. CS601, Unique)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name: String (Course Title)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department: String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semester: Number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credits: Number (1-6)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facultyName: String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63840" y="1463040"/>
            <a:ext cx="3383280" cy="457200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attendances Collection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2286000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_id: ObjectId (Primary Key)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date: String (YYYY-MM-DD, Indexed)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subjectId: Ref(Subject, Indexed)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studentId: Ref(Student, Indexed)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status: Enum (present/absent/late)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markedBy: String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★ Compound Unique Index: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date: 1, subjectId: 1, studentId: 1 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Results &amp; System Performance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Enrolled Students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</a:rPr>
              <a:t>10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Academic Courses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1188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366F1"/>
                </a:solidFill>
              </a:rPr>
              <a:t>5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Average Class Attendance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5508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</a:rPr>
              <a:t>80%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961120" y="1463040"/>
            <a:ext cx="23774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691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Flagged Defaulters (&lt;75%)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98280" y="21031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731520" y="3474720"/>
            <a:ext cx="10607040" cy="2560320"/>
          </a:xfrm>
          <a:prstGeom prst="roundRect">
            <a:avLst>
              <a:gd name="adj" fmla="val 3571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3749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CORE PERFORMANCE HIGHLIGHTS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4114800"/>
            <a:ext cx="10058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✔ Sub-50ms REST API Latency: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Atomic batch writes process 60 students in less than 30ms.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✔ Zero Proxy Duplication: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Compound MongoDB indexing prevents accidental duplicate attendance marking.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✔ Proactive Academic Warning: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Identified all at-risk students before final semester exams.
</a:t>
            </a:r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✔ 100% Paperless Workflow: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Eliminated manual paper attendance registers across all courses.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Testing &amp; Validation Matrix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106070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828800"/>
                <a:gridCol w="3474720"/>
                <a:gridCol w="29260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Case Description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Expected Outcome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Student CRUD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 duplicate roll number insertion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Returns HTTP 409 Conflict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Batch mark whole class in atomic operation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records saved in single roundtrip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Defaulter Eq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Detect &lt;75% and calculate recovery classes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deficit computed instantly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Compound Index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Prevent duplicate attendance for same date/sub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Enforced by MongoDB unique index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TC-05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Export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Export RFC-4180 compliant CSV stream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 CSV downloaded by client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56692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803D"/>
                </a:solidFill>
              </a:rPr>
              <a:t>Test Summary: 8 / 8 Test Suites Passed (100% Pass Rate). Verified across unit and integration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Student Attendance System · National Institute of Technology / Engineering College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PROJECT CONCLUSION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Successful Full-Stack Implementation: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All requirements of MERN architecture satisfied with verified CRUD &amp; analytics.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Eradication of Proxies: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Audit trails and session pins deliver high accountability.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Student Empowerment: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Continuous self-monitoring removes surprise debarment at semester end.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• Scalability: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Capable of scaling to university-wide multi-department deployment.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5029200" cy="4572000"/>
          </a:xfrm>
          <a:prstGeom prst="roundRect">
            <a:avLst>
              <a:gd name="adj" fmla="val 2000"/>
            </a:avLst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</a:rPr>
              <a:t>FUTURE ENHANCEMENTS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10312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1. AI Facial Recognition: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CCTV or mobile camera facial embeddings for automated hands-free roll call.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2. Campus GPS Geofencing: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Ensures check-in pins can only be redeemed within classroom coordinate boundaries.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3. Automated WhatsApp / SMS Gateway: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Direct dispatch to guardians whenever student attendance drops below 75%.
</a:t>
            </a:r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</a:rPr>
              <a:t>4. Biometric IoT Integration: </a:t>
            </a:r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Connecting RFID cards and optical fingerprint scanners at classroom doors.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8FAFC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3C5FD"/>
                </a:solidFill>
              </a:rPr>
              <a:t>Questions &amp; Answers / Viva Defense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Project: Smart Student Attendance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Team: Aarav Sharma · Ananya Iyer · Rohan Verma · Sneha Patel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Department: Department of Computer Science &amp; Engineering · National Institute of Technology / Engineering College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National Institute of Technology /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Student Attendance System</dc:title>
  <dc:subject>PptxGenJS Presentation</dc:subject>
  <dc:creator>Aarav Sharma, Ananya Iyer, Rohan Verma, Sneha Patel</dc:creator>
  <cp:lastModifiedBy>Aarav Sharma, Ananya Iyer, Rohan Verma, Sneha Patel</cp:lastModifiedBy>
  <cp:revision>1</cp:revision>
  <dcterms:created xsi:type="dcterms:W3CDTF">2026-10-10T06:56:28Z</dcterms:created>
  <dcterms:modified xsi:type="dcterms:W3CDTF">2026-10-10T06:56:28Z</dcterms:modified>
</cp:coreProperties>
</file>